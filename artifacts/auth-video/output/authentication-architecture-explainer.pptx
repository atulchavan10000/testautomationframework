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fe84d7844f4ef5" /><Relationship Type="http://schemas.openxmlformats.org/officeDocument/2006/relationships/extended-properties" Target="/docProps/app.xml" Id="R2c1dd410b3df44d0" /><Relationship Type="http://schemas.openxmlformats.org/officeDocument/2006/relationships/officeDocument" Target="/ppt/presentation.xml" Id="Ra8b15facb8bd4c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ae68d81c41418d"/>
  </p:sldMasterIdLst>
  <p:notesMasterIdLst>
    <p:notesMasterId xmlns:r="http://schemas.openxmlformats.org/officeDocument/2006/relationships" r:id="R29bb153d97574cdd"/>
  </p:notesMasterIdLst>
  <p:sldIdLst>
    <p:sldId xmlns:r="http://schemas.openxmlformats.org/officeDocument/2006/relationships" id="256" r:id="Rd0d5d49d943b4f68"/>
    <p:sldId xmlns:r="http://schemas.openxmlformats.org/officeDocument/2006/relationships" id="257" r:id="R1bf0a6d3e4924112"/>
    <p:sldId xmlns:r="http://schemas.openxmlformats.org/officeDocument/2006/relationships" id="258" r:id="Rf2e43692c14b48dd"/>
    <p:sldId xmlns:r="http://schemas.openxmlformats.org/officeDocument/2006/relationships" id="259" r:id="Re3a5449c714c48ab"/>
    <p:sldId xmlns:r="http://schemas.openxmlformats.org/officeDocument/2006/relationships" id="260" r:id="Re6e50aa172e54036"/>
    <p:sldId xmlns:r="http://schemas.openxmlformats.org/officeDocument/2006/relationships" id="261" r:id="Rabf62afaf44c4890"/>
    <p:sldId xmlns:r="http://schemas.openxmlformats.org/officeDocument/2006/relationships" id="262" r:id="R69700481da104beb"/>
    <p:sldId xmlns:r="http://schemas.openxmlformats.org/officeDocument/2006/relationships" id="263" r:id="Rae2a6de90f8b49dc"/>
    <p:sldId xmlns:r="http://schemas.openxmlformats.org/officeDocument/2006/relationships" id="264" r:id="R154d369a56dd4db8"/>
    <p:sldId xmlns:r="http://schemas.openxmlformats.org/officeDocument/2006/relationships" id="265" r:id="R55eb7628518b4a6b"/>
    <p:sldId xmlns:r="http://schemas.openxmlformats.org/officeDocument/2006/relationships" id="266" r:id="R1c8dc5354cf14f99"/>
    <p:sldId xmlns:r="http://schemas.openxmlformats.org/officeDocument/2006/relationships" id="267" r:id="Rba08181eae6f40f4"/>
    <p:sldId xmlns:r="http://schemas.openxmlformats.org/officeDocument/2006/relationships" id="268" r:id="R3e2a3f77c1dc47be"/>
    <p:sldId xmlns:r="http://schemas.openxmlformats.org/officeDocument/2006/relationships" id="269" r:id="R50551ce72ba24533"/>
    <p:sldId xmlns:r="http://schemas.openxmlformats.org/officeDocument/2006/relationships" id="270" r:id="R7c0feadf4a564ca2"/>
    <p:sldId xmlns:r="http://schemas.openxmlformats.org/officeDocument/2006/relationships" id="271" r:id="Rb68c96e298024a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337af646349ee" /><Relationship Type="http://schemas.openxmlformats.org/officeDocument/2006/relationships/slideMaster" Target="/ppt/slideMasters/slideMaster1.xml" Id="Reeae68d81c41418d" /><Relationship Type="http://schemas.openxmlformats.org/officeDocument/2006/relationships/notesMaster" Target="/ppt/notesMasters/notesMaster1.xml" Id="R29bb153d97574cdd" /><Relationship Type="http://schemas.openxmlformats.org/officeDocument/2006/relationships/presProps" Target="/ppt/presProps.xml" Id="R432136af4b0244fa" /><Relationship Type="http://schemas.openxmlformats.org/officeDocument/2006/relationships/tableStyles" Target="/ppt/tableStyles.xml" Id="R513088e0f5dc4972" /><Relationship Type="http://schemas.openxmlformats.org/officeDocument/2006/relationships/slide" Target="/ppt/slides/slide1.xml" Id="Rd0d5d49d943b4f68" /><Relationship Type="http://schemas.openxmlformats.org/officeDocument/2006/relationships/slide" Target="/ppt/slides/slide2.xml" Id="R1bf0a6d3e4924112" /><Relationship Type="http://schemas.openxmlformats.org/officeDocument/2006/relationships/slide" Target="/ppt/slides/slide3.xml" Id="Rf2e43692c14b48dd" /><Relationship Type="http://schemas.openxmlformats.org/officeDocument/2006/relationships/slide" Target="/ppt/slides/slide4.xml" Id="Re3a5449c714c48ab" /><Relationship Type="http://schemas.openxmlformats.org/officeDocument/2006/relationships/slide" Target="/ppt/slides/slide5.xml" Id="Re6e50aa172e54036" /><Relationship Type="http://schemas.openxmlformats.org/officeDocument/2006/relationships/slide" Target="/ppt/slides/slide6.xml" Id="Rabf62afaf44c4890" /><Relationship Type="http://schemas.openxmlformats.org/officeDocument/2006/relationships/slide" Target="/ppt/slides/slide7.xml" Id="R69700481da104beb" /><Relationship Type="http://schemas.openxmlformats.org/officeDocument/2006/relationships/slide" Target="/ppt/slides/slide8.xml" Id="Rae2a6de90f8b49dc" /><Relationship Type="http://schemas.openxmlformats.org/officeDocument/2006/relationships/slide" Target="/ppt/slides/slide9.xml" Id="R154d369a56dd4db8" /><Relationship Type="http://schemas.openxmlformats.org/officeDocument/2006/relationships/slide" Target="/ppt/slides/slide10.xml" Id="R55eb7628518b4a6b" /><Relationship Type="http://schemas.openxmlformats.org/officeDocument/2006/relationships/slide" Target="/ppt/slides/slide11.xml" Id="R1c8dc5354cf14f99" /><Relationship Type="http://schemas.openxmlformats.org/officeDocument/2006/relationships/slide" Target="/ppt/slides/slide12.xml" Id="Rba08181eae6f40f4" /><Relationship Type="http://schemas.openxmlformats.org/officeDocument/2006/relationships/slide" Target="/ppt/slides/slide13.xml" Id="R3e2a3f77c1dc47be" /><Relationship Type="http://schemas.openxmlformats.org/officeDocument/2006/relationships/slide" Target="/ppt/slides/slide14.xml" Id="R50551ce72ba24533" /><Relationship Type="http://schemas.openxmlformats.org/officeDocument/2006/relationships/slide" Target="/ppt/slides/slide15.xml" Id="R7c0feadf4a564ca2" /><Relationship Type="http://schemas.openxmlformats.org/officeDocument/2006/relationships/slide" Target="/ppt/slides/slide16.xml" Id="Rb68c96e29802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36c938e1b4f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9ef8d0213492a" /><Relationship Type="http://schemas.openxmlformats.org/officeDocument/2006/relationships/notesMaster" Target="/ppt/notesMasters/notesMaster1.xml" Id="R0c64e198688240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ea866a35d04fc6" /><Relationship Type="http://schemas.openxmlformats.org/officeDocument/2006/relationships/notesMaster" Target="/ppt/notesMasters/notesMaster1.xml" Id="R13dd86d2efe348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2fa577a1c4cb7" /><Relationship Type="http://schemas.openxmlformats.org/officeDocument/2006/relationships/notesMaster" Target="/ppt/notesMasters/notesMaster1.xml" Id="R711632bd8db2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92a25fa784bca" /><Relationship Type="http://schemas.openxmlformats.org/officeDocument/2006/relationships/notesMaster" Target="/ppt/notesMasters/notesMaster1.xml" Id="Rd93813bd69714f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66ee3a1daf4bfe" /><Relationship Type="http://schemas.openxmlformats.org/officeDocument/2006/relationships/notesMaster" Target="/ppt/notesMasters/notesMaster1.xml" Id="Raae556165c3341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c69a3ef634297" /><Relationship Type="http://schemas.openxmlformats.org/officeDocument/2006/relationships/notesMaster" Target="/ppt/notesMasters/notesMaster1.xml" Id="R8a2350d0801b41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cf25eeefcb46fe" /><Relationship Type="http://schemas.openxmlformats.org/officeDocument/2006/relationships/notesMaster" Target="/ppt/notesMasters/notesMaster1.xml" Id="R6c1a68eb40bd44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a58e8daedf48a7" /><Relationship Type="http://schemas.openxmlformats.org/officeDocument/2006/relationships/notesMaster" Target="/ppt/notesMasters/notesMaster1.xml" Id="R0fffecf14581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48fedb783f4951" /><Relationship Type="http://schemas.openxmlformats.org/officeDocument/2006/relationships/notesMaster" Target="/ppt/notesMasters/notesMaster1.xml" Id="R7794b5c78fce49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ff3f86351e4294" /><Relationship Type="http://schemas.openxmlformats.org/officeDocument/2006/relationships/notesMaster" Target="/ppt/notesMasters/notesMaster1.xml" Id="R1f76ffaab5d447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7c23e4e4474993" /><Relationship Type="http://schemas.openxmlformats.org/officeDocument/2006/relationships/notesMaster" Target="/ppt/notesMasters/notesMaster1.xml" Id="Rf95fc95818f644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6c8ad5d3664af9" /><Relationship Type="http://schemas.openxmlformats.org/officeDocument/2006/relationships/notesMaster" Target="/ppt/notesMasters/notesMaster1.xml" Id="R278a3ccf441e4b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6bcf29cb84490" /><Relationship Type="http://schemas.openxmlformats.org/officeDocument/2006/relationships/notesMaster" Target="/ppt/notesMasters/notesMaster1.xml" Id="R30d0ba31ee5b41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d1740d503e49f1" /><Relationship Type="http://schemas.openxmlformats.org/officeDocument/2006/relationships/notesMaster" Target="/ppt/notesMasters/notesMaster1.xml" Id="R801eb7e3509346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f22c7ef4364f95" /><Relationship Type="http://schemas.openxmlformats.org/officeDocument/2006/relationships/notesMaster" Target="/ppt/notesMasters/notesMaster1.xml" Id="R8538b8c8463849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24c19dbc984592" /><Relationship Type="http://schemas.openxmlformats.org/officeDocument/2006/relationships/notesMaster" Target="/ppt/notesMasters/notesMaster1.xml" Id="Rf678080c0f3e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9e7ba06ba4f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d09d037a946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a0f9202cf4e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825e97b7342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d1b342cac4f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77fc9d74641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434939-41E5-4BDD-97D2-6A0E8EB41D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DD03D7-F207-4B36-B1F8-4360572B15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58B54B-7462-4E5B-A979-1CCD21689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823BD5-9218-43C7-BCD7-DC2136BE3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74641D-1FCD-4C9D-A63B-52E188318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7057FB-8E61-40B1-8E3E-99158918A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388C99-8DE9-42DE-99E9-7CF4A1467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DE265D-893A-48C5-B5E3-A3902BA983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9059C0-07F5-48AC-8185-4B6DF5B01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658F29-608B-48E1-9F8D-BBCCD11B4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fbae0a4211477b" /><Relationship Type="http://schemas.openxmlformats.org/officeDocument/2006/relationships/slideLayout" Target="/ppt/slideLayouts/slideLayout1.xml" Id="Rb07e6ebf8421483a" /><Relationship Type="http://schemas.openxmlformats.org/officeDocument/2006/relationships/slideLayout" Target="/ppt/slideLayouts/slideLayout2.xml" Id="Re19e29bb5d3f4d6d" /><Relationship Type="http://schemas.openxmlformats.org/officeDocument/2006/relationships/slideLayout" Target="/ppt/slideLayouts/slideLayout3.xml" Id="R9fa88cd704ec48ba" /><Relationship Type="http://schemas.openxmlformats.org/officeDocument/2006/relationships/slideLayout" Target="/ppt/slideLayouts/slideLayout4.xml" Id="R91f74a219b3941ec" /><Relationship Type="http://schemas.openxmlformats.org/officeDocument/2006/relationships/slideLayout" Target="/ppt/slideLayouts/slideLayout5.xml" Id="R9fb2ff1d1e8d41dd" /><Relationship Type="http://schemas.openxmlformats.org/officeDocument/2006/relationships/slideLayout" Target="/ppt/slideLayouts/slideLayout6.xml" Id="R1f34c35fa8e2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7e6ebf8421483a"/>
    <p:sldLayoutId xmlns:r="http://schemas.openxmlformats.org/officeDocument/2006/relationships" id="2147483650" r:id="Re19e29bb5d3f4d6d"/>
    <p:sldLayoutId xmlns:r="http://schemas.openxmlformats.org/officeDocument/2006/relationships" id="2147483651" r:id="R9fa88cd704ec48ba"/>
    <p:sldLayoutId xmlns:r="http://schemas.openxmlformats.org/officeDocument/2006/relationships" id="2147483652" r:id="R91f74a219b3941ec"/>
    <p:sldLayoutId xmlns:r="http://schemas.openxmlformats.org/officeDocument/2006/relationships" id="2147483653" r:id="R9fb2ff1d1e8d41dd"/>
    <p:sldLayoutId xmlns:r="http://schemas.openxmlformats.org/officeDocument/2006/relationships" id="2147483654" r:id="R1f34c35fa8e2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5d93049de4ad7" /><Relationship Type="http://schemas.openxmlformats.org/officeDocument/2006/relationships/notesSlide" Target="/ppt/notesSlides/notesSlide1.xml" Id="R65630237c0e4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e2299b7194fc9" /><Relationship Type="http://schemas.openxmlformats.org/officeDocument/2006/relationships/notesSlide" Target="/ppt/notesSlides/notesSlide2.xml" Id="R39dadef56a4e4c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b78fb3b9aa4fd0" /><Relationship Type="http://schemas.openxmlformats.org/officeDocument/2006/relationships/notesSlide" Target="/ppt/notesSlides/notesSlide3.xml" Id="Rbf245e1824374c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14797d59b4682" /><Relationship Type="http://schemas.openxmlformats.org/officeDocument/2006/relationships/notesSlide" Target="/ppt/notesSlides/notesSlide4.xml" Id="R88bf2ba1c64445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8c17d032c4dc8" /><Relationship Type="http://schemas.openxmlformats.org/officeDocument/2006/relationships/notesSlide" Target="/ppt/notesSlides/notesSlide5.xml" Id="Rfa55eec1e15e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2d4a7f29b439e" /><Relationship Type="http://schemas.openxmlformats.org/officeDocument/2006/relationships/notesSlide" Target="/ppt/notesSlides/notesSlide6.xml" Id="R2cfd420f6d014f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56dbe4d8e49d2" /><Relationship Type="http://schemas.openxmlformats.org/officeDocument/2006/relationships/notesSlide" Target="/ppt/notesSlides/notesSlide7.xml" Id="R7bae08b8c36944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82bdd2b064236" /><Relationship Type="http://schemas.openxmlformats.org/officeDocument/2006/relationships/notesSlide" Target="/ppt/notesSlides/notesSlide8.xml" Id="R7cf4800e59024e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d2addfeea4925" /><Relationship Type="http://schemas.openxmlformats.org/officeDocument/2006/relationships/notesSlide" Target="/ppt/notesSlides/notesSlide9.xml" Id="Re034eb344fdb43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54b2b2a8b4bad" /><Relationship Type="http://schemas.openxmlformats.org/officeDocument/2006/relationships/notesSlide" Target="/ppt/notesSlides/notesSlide10.xml" Id="R4fd6f3aade1f4f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5e41772994844" /><Relationship Type="http://schemas.openxmlformats.org/officeDocument/2006/relationships/notesSlide" Target="/ppt/notesSlides/notesSlide11.xml" Id="R5727f9465f9341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afae2504149d9" /><Relationship Type="http://schemas.openxmlformats.org/officeDocument/2006/relationships/notesSlide" Target="/ppt/notesSlides/notesSlide12.xml" Id="R8c06c8729d664d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fcfb5de2a4abf" /><Relationship Type="http://schemas.openxmlformats.org/officeDocument/2006/relationships/notesSlide" Target="/ppt/notesSlides/notesSlide13.xml" Id="Rdc90e986ba8e4d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e8b046c8744c1" /><Relationship Type="http://schemas.openxmlformats.org/officeDocument/2006/relationships/notesSlide" Target="/ppt/notesSlides/notesSlide14.xml" Id="R08b924c0b71840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845e05906437e" /><Relationship Type="http://schemas.openxmlformats.org/officeDocument/2006/relationships/notesSlide" Target="/ppt/notesSlides/notesSlide15.xml" Id="Rd5a14e99a7234b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480b117bc40f4" /><Relationship Type="http://schemas.openxmlformats.org/officeDocument/2006/relationships/notesSlide" Target="/ppt/notesSlides/notesSlide16.xml" Id="Re44b5ef814834d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283E5-95A3-41D0-8766-CE8FD51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DE2DF-00C8-45E4-9235-1981D48F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Multiple authentication schemes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A6F08-F66B-49B1-9F20-01383742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Test Automation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3DB55-F692-4641-A0B2-D7BD326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Providers, profiles, selection, caching, and test 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79302-8B27-4C91-BB06-0726AB8F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71600"/>
            <a:ext cx="2476500" cy="3143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FED4C-2C36-4A9F-97D6-CF2F41AC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EB443-C3B7-4641-8FCF-50C52B0E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90165-18C1-4656-9ABF-A128BEB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8963E-D39C-4C66-855A-60848A06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1C0B6-576B-42AA-B3C6-49C561E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9D754-35D4-49EC-837B-0ABB09E2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Architecture walkthrough</a:t>
            </a:r>
          </a:p>
        </p:txBody>
      </p:sp>
    </p:spTree>
    <p:extLst>
      <p:ext uri="{BB962C8B-B14F-4D97-AF65-F5344CB8AC3E}">
        <p14:creationId xmlns:p14="http://schemas.microsoft.com/office/powerpoint/2010/main" val="950876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3A3C-A47B-4B39-841B-F39FCD13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Two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0C2A8-4956-470C-A11A-E11366EB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8FEFC-CD03-4D9E-8EC3-238E777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D4A3D-C27E-4E77-B152-FDB62A76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48577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4E7B6-08A1-4771-9DAE-E75B5041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25A54-3E32-4D7A-8C48-F85A5BAA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383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Token provider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22983-CC25-46EF-8DED-EE9EC950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44005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Obtains an opaque access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Password login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OAuth client credentials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Static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C3BA0-3B0A-49BA-B40E-CAD21BCB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8577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9A622-FF67-48A3-B92D-04E86777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0CEBB-4EFA-4B23-BD13-5CDEB460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383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Request authenticator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1148B-9848-4ED1-A163-F4434891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44005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Modifies an immutable HTTP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Bearer header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API key header or query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Composite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58A96-017B-43D6-9495-BF30EF7C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B0327-DAAB-456C-80F0-B6BC9758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57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35D0D4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35D0D4"/>
                </a:solidFill>
                <a:latin typeface="Consolas"/>
                <a:ea typeface="Consolas"/>
                <a:cs typeface="Consolas"/>
              </a:rPr>
              <a:t>AccessTokenProvider</a:t>
            </a:r>
          </a:p>
        </p:txBody>
      </p:sp>
    </p:spTree>
    <p:extLst>
      <p:ext uri="{BB962C8B-B14F-4D97-AF65-F5344CB8AC3E}">
        <p14:creationId xmlns:p14="http://schemas.microsoft.com/office/powerpoint/2010/main" val="2072259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1DD28-5442-4239-A15B-12A67F57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Configured catalogs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12A2C-9C73-4844-A367-A4311BD7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C9C10-2B2F-4F4D-8DAC-B5E08D2F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41009-DC38-4582-85A5-35BFBF0C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1244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E425F-D99F-4671-BA68-19770225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124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BBA37-7F88-4137-B6B0-37D856F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46672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tokenProviders: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checkout-user: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type: password-login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service: auth-service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passwordCredential: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checkout-user-password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8F1E0-FDF1-4E59-B446-FF3052E6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51244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C2321-E1D8-47BF-8C1A-0852A217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5124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7AC4F-B8BC-4A47-B411-13F66BC1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6672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profiles: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user-jwt: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type: bearer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tokenProvider: checkout-user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order-service: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defaultAuthentication: user-jwt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B4B2E-13B5-4488-9593-B05031F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34000"/>
            <a:ext cx="1024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YAML stores logical references. CredentialSource resolves the actual secret during suite setup.</a:t>
            </a:r>
          </a:p>
        </p:txBody>
      </p:sp>
    </p:spTree>
    <p:extLst>
      <p:ext uri="{BB962C8B-B14F-4D97-AF65-F5344CB8AC3E}">
        <p14:creationId xmlns:p14="http://schemas.microsoft.com/office/powerpoint/2010/main" val="1301137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AB56D-04BD-4240-A263-7B111285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Suite and test lifecycles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4A8E4-4C67-418C-A20F-B66AB66F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C19A7-61F0-46A7-9C9F-BA3EA0C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70FCC-7329-4D7F-9EA9-1BB645B0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10CA8-F7A9-4339-97BA-2E19895E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C303A-DC84-4B6C-A431-E73926BE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Load and validate 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D7EFA-0219-4E84-84D9-1B1967D6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20383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45FC9-193E-4432-B9C7-FA42737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52400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4E08A-BA3E-4E72-9E19-A2F43063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657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3CB6C-9A8F-4E06-8861-4DA1D35D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92405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 providers and profiles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AACC7-871F-4040-A772-D5DF750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0383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77356-4051-4F20-A455-9511669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52400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BA59D-3466-4EF5-8416-984E2D3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657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AAF2D-57CA-4200-9892-F120E8C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92405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 suite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A01B3-1BE1-450A-AFC9-1190D8F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67BCB-B859-4C10-BE07-3C3AD293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B7BF0-8FE9-4625-BEC7-67B6FFE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Create TestContext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7C66D-3E25-40CC-A412-3B55FEC1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4095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0DA69-6FDB-4B8E-9BC5-D8359E37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58140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71179-7310-4F6F-8820-FAC92F3E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714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D0EBC-283B-41C8-98E5-D105005B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398145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Create service ApiClient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52EC3-6A6D-4FBA-817A-179BBD8D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4095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8E5CF-12CC-4322-84D9-D2F9B16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58140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D3FEF-5199-4BE4-AE1F-A34454A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714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D52DA-14DB-4875-B151-3932700B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98145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Execute business operation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F66C0-759F-4287-B047-8BA13E0F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Suite scoped: tokens and caches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9314B-F6C5-4D7C-A7AD-69547C43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76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Test scoped: correlation and invocation state</a:t>
            </a:r>
          </a:p>
        </p:txBody>
      </p:sp>
    </p:spTree>
    <p:extLst>
      <p:ext uri="{BB962C8B-B14F-4D97-AF65-F5344CB8AC3E}">
        <p14:creationId xmlns:p14="http://schemas.microsoft.com/office/powerpoint/2010/main" val="1993598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8D2C85-299B-4A7E-856A-BBFBF6FE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Password login and bearer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8DC6F-6805-41C7-8B95-49AB94A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D4E4D-1687-460A-97C8-5E9206A2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8A17C-FF75-4069-9192-AB9C5AE9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49035-9554-4005-A0E1-6110D060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E516B-6594-4FDC-87BD-81DE5474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OrderApi 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60E9D-79DD-4D47-B2FD-1819DD9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F144-1D0C-4CD6-8423-2CABB52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4287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AA405-98AF-4D3D-A33C-6E11575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1562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BEAC9-670A-4C02-B96F-0656FB9B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18288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Select user-jwt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5FB8C-E3AB-4D2A-81AF-D153FDE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175D3-6DC7-436F-8170-0075E24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4287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EA4BA-D295-4B10-A0C9-27C2ED5E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562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4C823-4EC1-46C9-8EF6-CC6DB5F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8288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Get cached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B3C4B-1B76-433B-B59C-FFB8B95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9AA2C-C95C-4142-8ACF-7A22CBB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4287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1D3D6-D274-4146-A4D0-D8576A1F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1562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B6F79-050A-489E-843D-821B9D8C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18288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Add bearer header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4F5E2-F47C-45E6-8892-663FB167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943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A5508-F805-433C-8A60-6A3BDD5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14287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1835C-7FE5-4296-BDB8-5C34B9A3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1562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BE557-1524-4FB5-81C3-4A310DDE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18288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Send request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6B3B3-2F23-490F-8D0C-88340B2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5905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B6D2E-4553-4876-A1E0-4A5D9AB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93555-2F94-43C5-8748-9D05BD4E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54483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@Test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createsOrder() {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OrderApi orders = new OrderApi(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client("order-service", context));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ApiResponse&lt;OrderResponse&gt; result =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orders.create(orderRequest);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DEBCDB-D17C-41FE-91EA-3D4D5DDE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36766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98E2B-622A-4F6D-91FC-53FD452E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5EC8F-82CC-4F78-9577-63DD27A6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First request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694CC-5CD3-40C1-AA29-B88657A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86200"/>
            <a:ext cx="32194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POST /api/v1/auth/login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LoginResponse becomes TokenGrant. Later calls reuse the cached token.</a:t>
            </a:r>
          </a:p>
        </p:txBody>
      </p:sp>
    </p:spTree>
    <p:extLst>
      <p:ext uri="{BB962C8B-B14F-4D97-AF65-F5344CB8AC3E}">
        <p14:creationId xmlns:p14="http://schemas.microsoft.com/office/powerpoint/2010/main" val="10179906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D62F2C-D8EE-4D9B-81E3-AE0516E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Token cache and refresh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685E0-06D3-48ED-9BCB-8A5AD5C9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365AC-C2B2-4EE0-9515-B9D215AC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2A06-F2CC-4007-B2D1-03392AFB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142B4-F6D2-48F8-98DD-05DE8EF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4615A-D42D-4A58-8892-52E8FC4A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Read volatile 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633AB-2447-447A-B4A4-525A4E0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1866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44334-4075-49CE-B184-06481C33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35255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194DC-8B72-4189-8B33-DCAA9E9F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485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89189-03F1-4A75-BA1E-72D5DE24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75260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Usable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1CAC4-BA4E-4801-95C5-D83CD741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866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E1048-4DA9-4D6D-BE18-A17153A9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35255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5885A-4C01-4935-B969-183F1472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485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7D3C1-E3E0-47E6-8E53-8386A36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75260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Return without 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2F693-57E5-4339-B09C-F658509D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EA4E7-B7E0-4F65-AA1D-EDB7AB7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49D9C-F95B-49A7-8F70-D4B9D2B3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Acquire 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632ED-F8AA-47A7-99D2-C7A5E88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3733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46CC6-9E76-4E39-8666-F468C8A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32194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1783F-97AE-4238-AF48-C9178CAB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B4066-E6AB-41BD-A87A-E425BF9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6195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Check cache again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6DA85-748A-4818-9919-475AD7F3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33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1CBEB-1A17-4064-ACA8-59DA049B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194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FD867-73F2-4AF2-B4B6-3B52380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58370-072C-4D05-AC22-9D74E03A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195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Refresh or acquire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3016B-FB71-463D-BF9E-068465B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3733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BDEAC-1448-48D5-AA4E-780D337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32194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225FB-8828-4D60-B538-DE8E062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A7B84-B76F-45D7-AE80-BC7026AD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36195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Publish new token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B42EA-90DA-4349-AF22-3AC75DC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issued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F163B-1CDD-455E-920E-F928C51B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762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1A42E-D48F-45A3-B71D-EAAF6A61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6735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7731C2-5DD3-48BE-BE8B-835A6BB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67350"/>
            <a:ext cx="5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90"/>
          </a:solidFill>
          <a:ln xmlns:a="http://schemas.openxmlformats.org/drawingml/2006/main" w="0">
            <a:solidFill>
              <a:srgbClr val="FF7A9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0E54E-D1E1-4D6F-9AC0-0BAE3165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91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6C453"/>
                </a:solidFill>
                <a:latin typeface="Arial"/>
                <a:ea typeface="Arial"/>
                <a:cs typeface="Arial"/>
              </a:rPr>
              <a:t>refresh early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747E2C-3FFB-496C-A84B-3EDED66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FF7A9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7A90"/>
                </a:solidFill>
                <a:latin typeface="Arial"/>
                <a:ea typeface="Arial"/>
                <a:cs typeface="Arial"/>
              </a:rPr>
              <a:t>expires</a:t>
            </a:r>
          </a:p>
        </p:txBody>
      </p:sp>
    </p:spTree>
    <p:extLst>
      <p:ext uri="{BB962C8B-B14F-4D97-AF65-F5344CB8AC3E}">
        <p14:creationId xmlns:p14="http://schemas.microsoft.com/office/powerpoint/2010/main" val="564406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468BC-5172-4B9A-ABD5-60FF5B10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OAuth client credentials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EB172-B513-47F7-8F1E-F3D34E3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56E07-E9CE-47D6-A1C4-E6148C1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A9EA9-9C66-4AFA-99CC-EB9AA6E4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89DB1-D7C5-4E47-90AC-DA39F465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94A76-9459-46AD-8B82-A889147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OAuth token endpoint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DB32C-F3DB-4C8C-B52D-70BCA7FB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150" y="19050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08A6E-A40D-4705-9EDE-C9196BE0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39065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5BA18-7F00-4C7D-94CE-94D5DD71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524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2DC77-FA94-46E2-8E5E-E7EB9DC7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179070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TokenGrant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210F4-5059-492C-9282-6DC3258A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9050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B04D3-538C-4DEB-B29B-52D50B30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1390650"/>
            <a:ext cx="3530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2F2CA-4546-4BEE-B905-899947E8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524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72763-1A81-44EB-AECA-22BA4C9F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1790700"/>
            <a:ext cx="322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BearerAuthenticator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13CC3-E811-4953-8360-6C1818D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48577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6593D-4D7F-4985-9A4B-7E2C00B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EBFC2-2F3D-4878-8344-54C8BD3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automation-client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45ACF-DF99-4F1B-A53C-1BD099E2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400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Client ID and scopes in YAML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Client secret from CredentialSource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 refresh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33A43-0CAD-40F3-91AB-4E70EEEE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51435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596B9-19C0-41E8-AAD4-82458B3B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875D3-EFA6-4E4A-827A-1F11D509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46863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grant_type=client_credentials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scope=test%3Aread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Authorization: Basic &lt;encoded client&gt;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C8073-A232-46A8-A269-7A7FCE3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9595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Near expiry, the cache acquires a new grant.</a:t>
            </a:r>
          </a:p>
        </p:txBody>
      </p:sp>
    </p:spTree>
    <p:extLst>
      <p:ext uri="{BB962C8B-B14F-4D97-AF65-F5344CB8AC3E}">
        <p14:creationId xmlns:p14="http://schemas.microsoft.com/office/powerpoint/2010/main" val="535383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C39B3-0682-4492-B7BC-A0FFD568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Static bearer tokens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D908A-9673-4E5F-AD5F-D74E477A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05DD3-A5EC-4D2F-B9A0-3D27790E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DB046-2B79-4E05-9702-3DBB73A7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B86A8-310F-4EB9-998F-FFF7288E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F7B96-0E20-4049-83AB-4B30F4A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Secret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EC70A-ABB5-4352-AA48-F00E5FAF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190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A482E-F65E-41B9-801E-DE256DA9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6764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BAE8E-77FA-4886-9FE8-3217045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809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F0413-B721-4E0C-9636-85EDA067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0764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StaticAccessTokenProvider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EB5EE-A9F9-4DB6-8D57-DE5EA83B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190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4C06E-3B83-4D8A-B315-946F597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CBBA9-EFA9-4042-8E30-B601468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09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D9050-49F3-475B-9C18-E205054A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764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BearerAuthenticator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0F1F7-5522-471E-BB0B-87EF5FF8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190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1856D-C3B3-45F7-AFE0-4DD9791E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6764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FDE96-7547-4E85-955A-35728574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1809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54AE0-1105-4B28-A679-224184CF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0764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Authorization header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9BDB6-D7E1-485C-9E8A-E1642E0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4762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DC884-7087-4F5B-816D-836F3134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682ED-58BC-4043-BB70-DA1CE8FD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4305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external-token: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type: static-token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tokenCredential: external-service-token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D004D-28EE-4EE5-B104-97B9B6A3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095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45F09-B26C-4DD9-96EF-BB0CBC8D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14EF1-4F66-4276-B18D-AAA10D37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719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Lifecycle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5BEC1-B040-44AF-B2E5-FDAD73CA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91000"/>
            <a:ext cx="3638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 acquisition or refresh. Secret rotation requires a new suite runtime.</a:t>
            </a:r>
          </a:p>
        </p:txBody>
      </p:sp>
    </p:spTree>
    <p:extLst>
      <p:ext uri="{BB962C8B-B14F-4D97-AF65-F5344CB8AC3E}">
        <p14:creationId xmlns:p14="http://schemas.microsoft.com/office/powerpoint/2010/main" val="1302286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9EE9C-A5F3-488F-9682-B741E23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API key 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01E0B-6271-4EA1-81EC-43A0EFA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CD283-4022-4D5A-A2E1-9E91CD5F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74E24-0458-4441-B4F1-5D1AE57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4857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5CC04-1997-42E2-9D44-C89C8B10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89CB9-50F1-4003-9D1F-3411EE62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Header placement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BB5EF-51D0-4096-9231-52D4CD18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400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X-API-Key: &lt;secret&gt;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Caller-supplied header wins for negative tests.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76474-F8DA-4516-AC2F-F8B8A9C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857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432F9-744A-4354-8243-60274199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60217-59DC-4E44-AEBC-8492347B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00200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Query 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73134-8CE9-491C-90B7-14F70E63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19300"/>
            <a:ext cx="4400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/resource?api_key=&lt;encoded-secret&gt;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Existing query values remain intact.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4FF70-3336-462D-8DA3-927E28C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API keys modify requests directly. They do not need token acquisition or caching.</a:t>
            </a:r>
          </a:p>
        </p:txBody>
      </p:sp>
    </p:spTree>
    <p:extLst>
      <p:ext uri="{BB962C8B-B14F-4D97-AF65-F5344CB8AC3E}">
        <p14:creationId xmlns:p14="http://schemas.microsoft.com/office/powerpoint/2010/main" val="6885137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6B3E8-1385-4C1B-B04B-25F000B5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Composite 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7B187-5F99-4E86-AB41-6D2343F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90CB9-4058-4274-B3EE-81134F19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DC1C3-1D3A-4EB1-B130-A171902F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94CE8-B045-4597-A7B2-5F5F1991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04317-A608-43FD-98D7-88270065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Original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0CB2B-4DBE-47AF-8C6A-D9B4E73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764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B265E-AD70-4653-ACB9-AB1E8BEB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5621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ED337-DE3C-48BD-9B40-7E4453BB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695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46052-6930-4A47-989F-48BC220F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9621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Apply user-jwt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694B1-E7F1-421F-8C07-6F0837A9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764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63B2A-0831-402E-8538-2F585E6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621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6AF57-BC35-4DA6-8AF6-D95D71C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95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D04EB-1571-448C-BC63-81B85B0E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621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Apply test-api-key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28C79-503F-47FD-9C6A-6245F49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0764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B1815-76C0-400C-99CA-6FD98F7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56210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7875E-7304-4827-BFB5-5738EFD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1695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9A50A-8673-44FD-AB8D-F5FA605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196215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Send one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80FB2-8739-46CB-82B6-8E0AF03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613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B93A4-D11B-4982-8419-7B795824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38550"/>
            <a:ext cx="613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98194-B367-4B3D-978A-ECA1F120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5676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Authorization: Bearer &lt;token&gt;</a:t>
            </a:r>
          </a:p>
          <a:p xmlns:a="http://schemas.openxmlformats.org/drawingml/2006/main">
            <a:pPr algn="l">
              <a:defRPr sz="16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X-API-Key: &lt;secret&gt;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766DF2-0DA1-447D-89CB-092DE84E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95900"/>
            <a:ext cx="842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All members apply in declaration order. Composite does not mean fallback.</a:t>
            </a:r>
          </a:p>
        </p:txBody>
      </p:sp>
    </p:spTree>
    <p:extLst>
      <p:ext uri="{BB962C8B-B14F-4D97-AF65-F5344CB8AC3E}">
        <p14:creationId xmlns:p14="http://schemas.microsoft.com/office/powerpoint/2010/main" val="2099808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C13EC-B783-42A1-904E-D9B08978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Profile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D5692-FCA1-49F9-9B4B-4307E62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1AA26-E9DA-4EB0-966A-7CF6E22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2380C-D8F8-4BA0-A5E1-9E605D6C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52550"/>
            <a:ext cx="895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CF173-0152-4A6F-BBC4-B17C3294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5144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7A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38AE5-4267-4ED4-97F3-F1527E14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Request override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D4B47-BFF3-472E-B734-BAB1697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621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PROFILE(name) or DISABLED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F6514-6258-49D1-8999-64875E9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19350"/>
            <a:ext cx="8382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D5A44-22D1-4710-B817-19275B14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81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B9CD0-45EE-457E-A19B-D964382A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33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Operation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C132A-3674-444C-9E3A-7EFA5E6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2892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Stable requirement for one API operation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B4A02-CCAB-4A6E-BCFE-6EDBEBE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781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056CF-0A9E-4E6F-84FD-42F2CEF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480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7877B-F84F-4413-ACE9-DDBFBAB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Service default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DFE61-DB14-469A-8CEE-62451AE2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957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Broad default such as order-service user-jwt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81053-688E-4132-84D5-9E5D3E8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723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E60EC-DB36-4B31-A184-92880FD4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B7C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22C93-C492-489E-A821-CA74F5C8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No authentication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F6F662-9B84-4BA7-AC23-01D314F5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625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When no profile applies</a:t>
            </a:r>
          </a:p>
        </p:txBody>
      </p:sp>
    </p:spTree>
    <p:extLst>
      <p:ext uri="{BB962C8B-B14F-4D97-AF65-F5344CB8AC3E}">
        <p14:creationId xmlns:p14="http://schemas.microsoft.com/office/powerpoint/2010/main" val="1893523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3A03F1-B24B-4EDA-90F8-D6AF6EA9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Request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310E6-B115-4513-ABA0-3A769CE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7F9EB-D257-4EDF-8FBA-7D44EFDA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2BC1C-53DA-4BCA-AAF3-51AF1C13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ABFFF-29BC-4ADC-834E-4AB24AB9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610D1-D9FE-4D31-8219-AF638D90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AA501-1927-49C1-AC4F-CC9F52A9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09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6CC13-3528-499E-BB61-B64C733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6954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69872-E85F-4185-B14C-2B7D0A3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1828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D81AF-0F74-48BF-A6BD-DFC3D4AE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040" y="20955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Common headers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BA808-85C7-424A-AE8C-7FA81D1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6148D-F264-46DD-A27B-C64FD220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6954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1E722-CBF2-4A76-9A74-CD56308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828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57743-4E60-41FE-AE79-52BF6D8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0955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1B2FD-3065-4A12-9E84-B44CCAA7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93BA0-618E-4C98-A471-C67BB692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6954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056E9-3A40-45CD-A281-34FAC913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1828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388D7-F5DF-4549-BBA9-2E7E14C4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220" y="20955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Logging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F2B2F-9218-41CC-9F41-D9DA242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EBD7-5DC6-4E80-B597-E922C620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1695450"/>
            <a:ext cx="203454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F8E6E-8F3C-45B2-9330-ACEF0C22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1828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1E632-A954-4392-A0A4-F9AB1FB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2095500"/>
            <a:ext cx="172974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848C5-DCC6-4B61-B2FD-1EB77E19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44767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09D96-D22A-4B72-AEBA-9FB0F4B0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10C404-7D9F-4B6E-86E1-1731C7E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Why authentication runs first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68F17-08E2-43DA-B322-F965FDC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4019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Logging sees the final outgoing request. Sensitive values are redacted before they reach diagnostics.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E582C-767E-41B8-908C-5A140D61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44767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CA837-E2A8-466B-ADBB-FD327846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762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AF2C9-7A9E-457E-9876-D39E33A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Token endpoint exception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156143-6791-4D80-94C4-3BAA5FBE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4019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The token-service client omits AuthenticationRuntime to prevent recursive login.</a:t>
            </a:r>
          </a:p>
        </p:txBody>
      </p:sp>
    </p:spTree>
    <p:extLst>
      <p:ext uri="{BB962C8B-B14F-4D97-AF65-F5344CB8AC3E}">
        <p14:creationId xmlns:p14="http://schemas.microsoft.com/office/powerpoint/2010/main" val="14139329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DE814-F425-4E34-AFD2-2BDC5592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Test author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7E665-6EDC-4553-9F7E-C87E2403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32849-73A2-453F-9F00-86D2B96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A38BD-8DE7-4E8A-B467-AF36BCFE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57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C5518-9D35-43CB-8134-E55BDD85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5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4B078-0E12-4C87-86F1-B57CF1E2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8006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ApiResponse&lt;OrderResponse&gt; result =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orders.create(orderRequest);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assertThat(result.rawResponse().statusCode(),</a:t>
            </a:r>
          </a:p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is(201));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5398A-A08C-47AC-81E0-912BBE0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25780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0C1728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6C004-A0D0-4F65-B67F-73DF4B61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257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90"/>
          </a:solidFill>
          <a:ln xmlns:a="http://schemas.openxmlformats.org/drawingml/2006/main" w="0">
            <a:solidFill>
              <a:srgbClr val="FF7A9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1DD08-DA90-4A25-B811-27E8A0B9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81150"/>
            <a:ext cx="48006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RequestOptions noAuth = RequestOptions.builder()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.disableAuthentication()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.build();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RequestOptions badToken = RequestOptions.builder()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.header("Authorization", "Bearer invalid.jwt")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.build();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B9EDF-0AAB-4268-BF14-1909C8D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Normal tests express business intent. Authentication tests retain explicit control.</a:t>
            </a:r>
          </a:p>
        </p:txBody>
      </p:sp>
    </p:spTree>
    <p:extLst>
      <p:ext uri="{BB962C8B-B14F-4D97-AF65-F5344CB8AC3E}">
        <p14:creationId xmlns:p14="http://schemas.microsoft.com/office/powerpoint/2010/main" val="193066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1ABA8-7A43-408E-ADE4-36563B0F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Patterns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A4CB3-D3A1-42E0-98DE-7E10037D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51567-4A3B-43BF-9931-4C0603EC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67F35-27C8-4CAF-AA6B-C65CF73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E5D1B-66B5-487F-8DAB-19DAED16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CFF"/>
          </a:solidFill>
          <a:ln xmlns:a="http://schemas.openxmlformats.org/drawingml/2006/main" w="0">
            <a:solidFill>
              <a:srgbClr val="AE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21231-EEC2-47B0-9DBD-D81CA13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E8CFF"/>
                </a:solidFill>
                <a:latin typeface="Arial"/>
                <a:ea typeface="Arial"/>
                <a:cs typeface="Arial"/>
              </a:rPr>
              <a:t>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27BE9-DAF3-4A4E-AAD1-DA7A0F95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8765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Strategy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Factory and composition root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Registry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Composite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Interceptor 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1E753-B5DE-4E4C-99FB-A541057C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9065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CECED-904D-46A1-9BEA-ED98849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906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C932-D923-4704-B09F-F267227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5430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Principles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073CA-D59A-4470-8F78-EFB2E0B0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62150"/>
            <a:ext cx="28765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Single responsibility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Dependency inversion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Immutable configuration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Fail-fast validation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Explicit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66283-8871-46EB-AB1C-CFFE21D9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90650"/>
            <a:ext cx="3333750" cy="3619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B1BE5-73E2-4A9A-8832-2415B24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906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153C5-336D-4E1C-A41B-4D971374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430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Conservative boundaries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CB41-3B0E-4BDD-BB63-B7936D1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8765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Opaque tokens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 URI guessing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 fallback scheme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 automatic 401 replay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No tokens in TestContext</a:t>
            </a:r>
          </a:p>
        </p:txBody>
      </p:sp>
    </p:spTree>
    <p:extLst>
      <p:ext uri="{BB962C8B-B14F-4D97-AF65-F5344CB8AC3E}">
        <p14:creationId xmlns:p14="http://schemas.microsoft.com/office/powerpoint/2010/main" val="10778734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D07A4-51F8-4FC1-A0E5-3DE4BA3D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Current verification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957E7-9324-4DFD-9E9C-C8FD624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91901-5AFA-431E-8FD9-B2828BC7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46115-1BFB-4BFE-AA27-F9D4B43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548B5-19D8-4E2B-872F-8105DA87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A0"/>
          </a:solidFill>
          <a:ln xmlns:a="http://schemas.openxmlformats.org/drawingml/2006/main" w="0">
            <a:solidFill>
              <a:srgbClr val="5EE0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C25C3-B8BB-4CD4-94F1-968D3FD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Covered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56FD3-9C06-492C-ACA8-444556F2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4958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Login and refresh service behavior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Service-default JWT bearer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Authenticated checkout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Missing authentication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Invalid bearer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C9625-B65E-4CC7-825F-E77C5522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4953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B1DF7-536D-4F49-BD90-E3AB0711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90"/>
          </a:solidFill>
          <a:ln xmlns:a="http://schemas.openxmlformats.org/drawingml/2006/main" w="0">
            <a:solidFill>
              <a:srgbClr val="FF7A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BD755-372E-416C-A30A-F02CAE2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811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7A9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7A90"/>
                </a:solidFill>
                <a:latin typeface="Arial"/>
                <a:ea typeface="Arial"/>
                <a:cs typeface="Arial"/>
              </a:rPr>
              <a:t>Still needs focused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DF18-0AFC-426B-B05D-4F9107AC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4958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OAuth profile end to end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API key profile end to end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Composite profile end to end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Static token provider</a:t>
            </a:r>
          </a:p>
          <a:p xmlns:a="http://schemas.openxmlformats.org/drawingml/2006/main">
            <a:pPr algn="l">
              <a:defRPr sz="1350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Cache timing and 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9A467-23C6-4C57-AF19-864D0152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A9B7C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7CB"/>
                </a:solidFill>
                <a:latin typeface="Arial"/>
                <a:ea typeface="Arial"/>
                <a:cs typeface="Arial"/>
              </a:rPr>
              <a:t>The structure is coherent. Verification depth is the main remaining risk.</a:t>
            </a:r>
          </a:p>
        </p:txBody>
      </p:sp>
    </p:spTree>
    <p:extLst>
      <p:ext uri="{BB962C8B-B14F-4D97-AF65-F5344CB8AC3E}">
        <p14:creationId xmlns:p14="http://schemas.microsoft.com/office/powerpoint/2010/main" val="4731275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15B0C-0E40-4383-A56A-EA84E90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Working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DCAD6-F105-42B3-874B-952764A6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0525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E36D7-E901-418C-B677-2CDFF78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D2628-F7B7-4328-8647-554325CC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9F2CC-89CA-4CDC-BF89-6F3F508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DD547-DAAF-4BD9-98B2-95ABA350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Provider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Where a token comes from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A6740-6BD9-4B1F-BB05-C5F5533B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1336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71706-A457-40B3-9C02-E354F41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16192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991CE-053E-49D0-94FC-22F52D93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D1B4A-3106-4168-B273-2D47672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0193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Profile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How credentials modify a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CCDC2-601E-450C-AC82-176FD6D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1336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59626-BD45-4345-ABCE-4E47B0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192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D3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845F0-C4E6-43BB-AC4C-0C892806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BC919-3D28-4EA3-A34D-74F665CB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193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Which profile applies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F2B94-AA87-4F39-996D-13AB6EA5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338" y="21336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D4"/>
          </a:solidFill>
          <a:ln xmlns:a="http://schemas.openxmlformats.org/drawingml/2006/main" w="0">
            <a:solidFill>
              <a:srgbClr val="35D0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BFBC2-B8B9-456E-B824-C0761D21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619250"/>
            <a:ext cx="2595563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D9814-E3F2-4B39-946E-31F4685F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5D0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5D0D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6C250-1212-43B6-BB54-47A0684C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019300"/>
            <a:ext cx="229076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Interceptor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Where auth joins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CF5D2-3BCC-4851-A957-FC739E71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6C4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Password login, OAuth, and static tokens feed bearer authentication.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9336D-B76F-4931-9BAC-4B2E9DA7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AE8C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8CFF"/>
                </a:solidFill>
                <a:latin typeface="Arial"/>
                <a:ea typeface="Arial"/>
                <a:cs typeface="Arial"/>
              </a:rPr>
              <a:t>API keys modify requests directly. Composite profiles apply every requirement.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E62A1-143D-4F53-93FE-13BB351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5EE0A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EE0A0"/>
                </a:solidFill>
                <a:latin typeface="Arial"/>
                <a:ea typeface="Arial"/>
                <a:cs typeface="Arial"/>
              </a:rPr>
              <a:t>Tests stay focused on business behavior.</a:t>
            </a:r>
          </a:p>
        </p:txBody>
      </p:sp>
    </p:spTree>
    <p:extLst>
      <p:ext uri="{BB962C8B-B14F-4D97-AF65-F5344CB8AC3E}">
        <p14:creationId xmlns:p14="http://schemas.microsoft.com/office/powerpoint/2010/main" val="1945514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2026-10-17T09:37:15.5680000Z</dcterms:created>
  <dcterms:modified xsi:type="dcterms:W3CDTF">2026-10-17T09:37:15.5680000Z</dcterms:modified>
</coreProperties>
</file>